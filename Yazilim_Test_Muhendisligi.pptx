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elike Aydın" initials="MA" lastIdx="1" clrIdx="0">
    <p:extLst>
      <p:ext uri="{19B8F6BF-5375-455C-9EA6-DF929625EA0E}">
        <p15:presenceInfo xmlns:p15="http://schemas.microsoft.com/office/powerpoint/2012/main" userId="Melike Aydı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48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6-08T22:53:10.857" idx="1">
    <p:pos x="10" y="10"/>
    <p:text/>
    <p:extLst>
      <p:ext uri="{C676402C-5697-4E1C-873F-D02D1690AC5C}">
        <p15:threadingInfo xmlns:p15="http://schemas.microsoft.com/office/powerpoint/2012/main" timeZoneBias="-1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57872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Merhaba, bu sunumda yazılım test mühendisliğini ve yapay zekanın test süreçlerine nasıl destek verdiğini anlatacağım.,Kendi projem olan ToDoApiTest üzerinden API test otomasyonu ile bağlantı kuracağım.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Yazılım test mühendisliği sadece hata aramak değildir.,Asıl amaç yazılımın güvenilir, sürdürülebilir ve kullanıcıya hazır olduğundan emin olmaktır.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Yapay zeka test sürecinde özellikle zaman kazandırır.,Örneğin test case üretimi, log analizi ve riskli alanların belirlenmesi gibi konularda destek olabilir.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akışta AI özellikle ikinci ve beşinci adımda çok kullanışlıdır.,Ama nihai kararı veren yine test mühendisi olmalıdır.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slaytta kendi projemde yazdığım testleri özetliyorum.,Proje JSONPlaceholder API üzerindeki todo endpointlerini test ediyor.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Burada response time kontrolünü gösteriyorum.,Response getTime metodu ile milisaniye cinsinden alınır ve assert ile iki saniyeden küçük mü diye doğrulanır.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Sonuç olarak AI destekli test mühendisliği kalite sürecini hızlandırır ama tamamen otomatik ve kontrolsüz bir süreç değildir.,Test mühendisi gereksinimleri, riskleri ve sonuçları değerlendiren kişidir.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2700">
            <a:solidFill>
              <a:srgbClr val="D9E6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583680"/>
            <a:ext cx="5486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57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Yapay Zeka Destekli Yazılım Test Mühendisliği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1018520" y="6583680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57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55708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55708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B6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17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ToDoApiTest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49808" y="2148840"/>
            <a:ext cx="79552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EAF3FF"/>
                </a:solidFill>
              </a:rPr>
              <a:t>Yazılım</a:t>
            </a:r>
            <a:r>
              <a:rPr lang="en-US" sz="3000" b="1" dirty="0">
                <a:solidFill>
                  <a:srgbClr val="EAF3FF"/>
                </a:solidFill>
              </a:rPr>
              <a:t> Test Mühendisliği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86384" y="35204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9D9FF"/>
                </a:solidFill>
              </a:rPr>
              <a:t>Rest Assured • Java • Maven • JUnit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04672" y="521208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Melike</a:t>
            </a:r>
            <a:r>
              <a:rPr lang="tr-TR" sz="1700" b="1" dirty="0">
                <a:solidFill>
                  <a:srgbClr val="FFFFFF"/>
                </a:solidFill>
              </a:rPr>
              <a:t> AYDIN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Haziran 2026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955280" y="5120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D9ECFF"/>
                </a:solidFill>
              </a:rPr>
              <a:t>AI + Test Automation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55708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73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Yazılım Test Mühendisliği Nedir?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21792" y="804672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</a:rPr>
              <a:t>Amaç: hataları erken bulmak, kaliteyi artırmak ve güvenilir ürün çıkarmak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828800" cy="0"/>
          </a:xfrm>
          <a:prstGeom prst="line">
            <a:avLst/>
          </a:prstGeom>
          <a:noFill/>
          <a:ln w="38100">
            <a:solidFill>
              <a:srgbClr val="4A90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17320"/>
            <a:ext cx="3291840" cy="42519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5E3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17320"/>
            <a:ext cx="73152" cy="4251960"/>
          </a:xfrm>
          <a:prstGeom prst="rect">
            <a:avLst/>
          </a:prstGeom>
          <a:solidFill>
            <a:srgbClr val="1F4788"/>
          </a:solidFill>
          <a:ln w="12700">
            <a:solidFill>
              <a:srgbClr val="1F478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58191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B68"/>
                </a:solidFill>
              </a:rPr>
              <a:t>Temel Görev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1984248"/>
            <a:ext cx="2971800" cy="3538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Uygulamanın beklenen şekilde çalışıp çalışmadığını kontrol eder. Fonksiyonel test, API testi, regresyon testi ve performans kontrolleri yapılır.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34840" y="1417320"/>
            <a:ext cx="3291840" cy="42519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5E3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417320"/>
            <a:ext cx="73152" cy="4251960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6008" y="158191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B68"/>
                </a:solidFill>
              </a:rPr>
              <a:t>Neden Önemli?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36008" y="1984248"/>
            <a:ext cx="2971800" cy="3538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Hatalar erken bulunursa maliyet azalır. Kullanıcı deneyimi, güvenlik ve ürün kalitesi yükselir.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0" y="1417320"/>
            <a:ext cx="3291840" cy="42519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5E3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0" y="1417320"/>
            <a:ext cx="73152" cy="4251960"/>
          </a:xfrm>
          <a:prstGeom prst="rect">
            <a:avLst/>
          </a:prstGeom>
          <a:solidFill>
            <a:srgbClr val="4A90E2"/>
          </a:solidFill>
          <a:ln w="12700">
            <a:solidFill>
              <a:srgbClr val="4A90E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30768" y="158191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B68"/>
                </a:solidFill>
              </a:rPr>
              <a:t>Test Otomasyonu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30768" y="1984248"/>
            <a:ext cx="2971800" cy="3538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Tekrarlanan testleri manuel yapmak yerine kodla otomatik çalıştırır. Böylece hızlı ve düzenli kontrol sağlar.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14400" y="5806440"/>
            <a:ext cx="2194560" cy="393192"/>
          </a:xfrm>
          <a:prstGeom prst="roundRect">
            <a:avLst>
              <a:gd name="adj" fmla="val 16279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5907024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788"/>
                </a:solidFill>
              </a:rPr>
              <a:t>Manual Testing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0" y="5806440"/>
            <a:ext cx="1920240" cy="393192"/>
          </a:xfrm>
          <a:prstGeom prst="roundRect">
            <a:avLst>
              <a:gd name="adj" fmla="val 16279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85616" y="5907024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788"/>
                </a:solidFill>
              </a:rPr>
              <a:t>API Testing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26480" y="5806440"/>
            <a:ext cx="1828800" cy="393192"/>
          </a:xfrm>
          <a:prstGeom prst="roundRect">
            <a:avLst>
              <a:gd name="adj" fmla="val 16279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54496" y="5907024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788"/>
                </a:solidFill>
              </a:rPr>
              <a:t>Regression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503920" y="5806440"/>
            <a:ext cx="2011680" cy="393192"/>
          </a:xfrm>
          <a:prstGeom prst="roundRect">
            <a:avLst>
              <a:gd name="adj" fmla="val 16279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31936" y="5907024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788"/>
                </a:solidFill>
              </a:rPr>
              <a:t>Performance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55708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73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Yapay Zeka Test Sürecine Nasıl Destek Olur?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21792" y="804672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</a:rPr>
              <a:t>AI, test uzmanının yerine geçmez; tekrar eden işleri hızlandıran yardımcı bir araç gibi çalışır.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828800" cy="0"/>
          </a:xfrm>
          <a:prstGeom prst="line">
            <a:avLst/>
          </a:prstGeom>
          <a:noFill/>
          <a:ln w="38100">
            <a:solidFill>
              <a:srgbClr val="4A90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53312"/>
            <a:ext cx="349300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E3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353312"/>
            <a:ext cx="73152" cy="1051560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17904"/>
            <a:ext cx="3172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B68"/>
                </a:solidFill>
              </a:rPr>
              <a:t>Test Case Üretimi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86968" y="1920240"/>
            <a:ext cx="317296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Kullanıcı senaryolarından otomatik test fikirleri çıkarır.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81728" y="1353312"/>
            <a:ext cx="349300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E3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81728" y="1353312"/>
            <a:ext cx="73152" cy="1051560"/>
          </a:xfrm>
          <a:prstGeom prst="rect">
            <a:avLst/>
          </a:prstGeom>
          <a:solidFill>
            <a:srgbClr val="4A90E2"/>
          </a:solidFill>
          <a:ln w="12700">
            <a:solidFill>
              <a:srgbClr val="4A90E2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82896" y="1517904"/>
            <a:ext cx="3172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B68"/>
                </a:solidFill>
              </a:rPr>
              <a:t>Hata Tahmini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82896" y="1920240"/>
            <a:ext cx="317296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Geçmiş hata ve kod değişikliklerine bakarak riskli alanları öne çıkarır.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677656" y="1353312"/>
            <a:ext cx="349300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E3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77656" y="1353312"/>
            <a:ext cx="73152" cy="1051560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78824" y="1517904"/>
            <a:ext cx="3172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B68"/>
                </a:solidFill>
              </a:rPr>
              <a:t>Test Önceliklendirme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878824" y="1920240"/>
            <a:ext cx="317296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Her şeyi çalıştırmak yerine en kritik testleri önce seçer.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85800" y="2724912"/>
            <a:ext cx="349300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E3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2724912"/>
            <a:ext cx="73152" cy="1051560"/>
          </a:xfrm>
          <a:prstGeom prst="rect">
            <a:avLst/>
          </a:prstGeom>
          <a:solidFill>
            <a:srgbClr val="4A90E2"/>
          </a:solidFill>
          <a:ln w="12700">
            <a:solidFill>
              <a:srgbClr val="4A90E2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6968" y="2889504"/>
            <a:ext cx="3172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B68"/>
                </a:solidFill>
              </a:rPr>
              <a:t>Log ve Sonuç Analizi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86968" y="3291840"/>
            <a:ext cx="317296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Başarısız testlerde hata nedenini daha hızlı bulmaya yardım eder.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681728" y="2724912"/>
            <a:ext cx="349300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E3F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81728" y="2724912"/>
            <a:ext cx="73152" cy="1051560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82896" y="2889504"/>
            <a:ext cx="3172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B68"/>
                </a:solidFill>
              </a:rPr>
              <a:t>Self-Healing Test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882896" y="3291840"/>
            <a:ext cx="317296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UI değişince bozulan testleri otomatik güncellemeye yardımcı olabilir.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677656" y="2724912"/>
            <a:ext cx="349300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E3F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77656" y="2724912"/>
            <a:ext cx="73152" cy="1051560"/>
          </a:xfrm>
          <a:prstGeom prst="rect">
            <a:avLst/>
          </a:prstGeom>
          <a:solidFill>
            <a:srgbClr val="4A90E2"/>
          </a:solidFill>
          <a:ln w="12700">
            <a:solidFill>
              <a:srgbClr val="4A90E2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78824" y="2889504"/>
            <a:ext cx="3172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B68"/>
                </a:solidFill>
              </a:rPr>
              <a:t>Kod ve Test Review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878824" y="3291840"/>
            <a:ext cx="317296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Test kodunda eksik assertion veya zayıf senaryo bulabilir.</a:t>
            </a:r>
            <a:endParaRPr lang="en-US" sz="125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55708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73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Destekli Test Akışı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21792" y="804672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</a:rPr>
              <a:t>Bir test mühendisi AI’dan yararlanırken yine kontrol ve doğrulamayı kendisi yapar.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828800" cy="0"/>
          </a:xfrm>
          <a:prstGeom prst="line">
            <a:avLst/>
          </a:prstGeom>
          <a:noFill/>
          <a:ln w="38100">
            <a:solidFill>
              <a:srgbClr val="4A90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828800"/>
            <a:ext cx="19659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1E3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44168" y="1975104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4788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04088" y="239572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B68"/>
                </a:solidFill>
              </a:rPr>
              <a:t>Gereksinim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8096" y="2880360"/>
            <a:ext cx="1572768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</a:rPr>
              <a:t>Uygulama ne yapmalı?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560320" y="2505456"/>
            <a:ext cx="237744" cy="502920"/>
          </a:xfrm>
          <a:prstGeom prst="chevron">
            <a:avLst/>
          </a:prstGeom>
          <a:solidFill>
            <a:srgbClr val="4A90E2"/>
          </a:solidFill>
          <a:ln w="12700">
            <a:solidFill>
              <a:srgbClr val="4A90E2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98648" y="1828800"/>
            <a:ext cx="1965960" cy="1874520"/>
          </a:xfrm>
          <a:prstGeom prst="roundRect">
            <a:avLst>
              <a:gd name="adj" fmla="val 3902"/>
            </a:avLst>
          </a:prstGeom>
          <a:solidFill>
            <a:srgbClr val="EAF3FF"/>
          </a:solidFill>
          <a:ln w="12700">
            <a:solidFill>
              <a:srgbClr val="D1E3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75888" y="1975104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4788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035808" y="239572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B68"/>
                </a:solidFill>
              </a:rPr>
              <a:t>AI ile Senaryo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099816" y="2880360"/>
            <a:ext cx="1572768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</a:rPr>
              <a:t>Olası test case üretimi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892040" y="2505456"/>
            <a:ext cx="237744" cy="502920"/>
          </a:xfrm>
          <a:prstGeom prst="chevron">
            <a:avLst/>
          </a:prstGeom>
          <a:solidFill>
            <a:srgbClr val="4A90E2"/>
          </a:solidFill>
          <a:ln w="12700">
            <a:solidFill>
              <a:srgbClr val="4A90E2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30368" y="1828800"/>
            <a:ext cx="19659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1E3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07608" y="1975104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4788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367528" y="239572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B68"/>
                </a:solidFill>
              </a:rPr>
              <a:t>Otomasyon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31536" y="2880360"/>
            <a:ext cx="1572768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</a:rPr>
              <a:t>JUnit / Rest Assured kodu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223760" y="2505456"/>
            <a:ext cx="237744" cy="502920"/>
          </a:xfrm>
          <a:prstGeom prst="chevron">
            <a:avLst/>
          </a:prstGeom>
          <a:solidFill>
            <a:srgbClr val="4A90E2"/>
          </a:solidFill>
          <a:ln w="12700">
            <a:solidFill>
              <a:srgbClr val="4A90E2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62088" y="1828800"/>
            <a:ext cx="1965960" cy="1874520"/>
          </a:xfrm>
          <a:prstGeom prst="roundRect">
            <a:avLst>
              <a:gd name="adj" fmla="val 3902"/>
            </a:avLst>
          </a:prstGeom>
          <a:solidFill>
            <a:srgbClr val="EAF3FF"/>
          </a:solidFill>
          <a:ln w="12700">
            <a:solidFill>
              <a:srgbClr val="D1E3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39328" y="1975104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4788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699248" y="239572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B68"/>
                </a:solidFill>
              </a:rPr>
              <a:t>Çalıştırma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763256" y="2880360"/>
            <a:ext cx="1572768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</a:rPr>
              <a:t>mvn test / CI pipeline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9555480" y="2505456"/>
            <a:ext cx="237744" cy="502920"/>
          </a:xfrm>
          <a:prstGeom prst="chevron">
            <a:avLst/>
          </a:prstGeom>
          <a:solidFill>
            <a:srgbClr val="4A90E2"/>
          </a:solidFill>
          <a:ln w="12700">
            <a:solidFill>
              <a:srgbClr val="4A90E2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93808" y="1828800"/>
            <a:ext cx="19659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1E3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671048" y="1975104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4788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030968" y="239572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B68"/>
                </a:solidFill>
              </a:rPr>
              <a:t>Analiz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094976" y="2880360"/>
            <a:ext cx="1572768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</a:rPr>
              <a:t>Başarısız test ve log inceleme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60120" y="46634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45151"/>
                </a:solidFill>
              </a:rPr>
              <a:t>✓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1280160" y="4672584"/>
            <a:ext cx="941832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</a:rPr>
              <a:t>Kontrol noktası: AI çıktısı doğrudan kabul edilmez, test uzmanı doğrular.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960120" y="51663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7D5B"/>
                </a:solidFill>
              </a:rPr>
              <a:t>✓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1280160" y="5175504"/>
            <a:ext cx="941832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</a:rPr>
              <a:t>Amaç: daha hızlı test tasarımı, daha iyi kapsam ve daha erken hata yakalama.</a:t>
            </a:r>
            <a:endParaRPr lang="en-US" sz="17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55708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73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ToDoApiTest Projesinde Uygulama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21792" y="804672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</a:rPr>
              <a:t>API test otomasyonu: GET, POST ve DELETE istekleriyle doğrulama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828800" cy="0"/>
          </a:xfrm>
          <a:prstGeom prst="line">
            <a:avLst/>
          </a:prstGeom>
          <a:noFill/>
          <a:ln w="38100">
            <a:solidFill>
              <a:srgbClr val="4A90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173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4788"/>
                </a:solidFill>
              </a:rPr>
              <a:t>GET /todos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971800" y="14356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Tüm task listesini getirir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92240" y="14356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7A"/>
                </a:solidFill>
              </a:rPr>
              <a:t>Status 200 • Body dolu • Time &lt; 2s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77240" y="1984248"/>
            <a:ext cx="10241280" cy="0"/>
          </a:xfrm>
          <a:prstGeom prst="line">
            <a:avLst/>
          </a:prstGeom>
          <a:noFill/>
          <a:ln w="12700">
            <a:solidFill>
              <a:srgbClr val="E1E9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49631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4788"/>
                </a:solidFill>
              </a:rPr>
              <a:t>GET /todos/1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971800" y="25146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ID=1 olan taskı getirir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0" y="25146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7A"/>
                </a:solidFill>
              </a:rPr>
              <a:t>Status 200 • ID kontrol • Title null değil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77240" y="3063240"/>
            <a:ext cx="10241280" cy="0"/>
          </a:xfrm>
          <a:prstGeom prst="line">
            <a:avLst/>
          </a:prstGeom>
          <a:noFill/>
          <a:ln w="12700">
            <a:solidFill>
              <a:srgbClr val="E1E9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575304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4788"/>
                </a:solidFill>
              </a:rPr>
              <a:t>POST /todos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971800" y="35935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Yeni task oluşturur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359359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7A"/>
                </a:solidFill>
              </a:rPr>
              <a:t>Status 201 • JSON body • Title kontrol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77240" y="4142232"/>
            <a:ext cx="10241280" cy="0"/>
          </a:xfrm>
          <a:prstGeom prst="line">
            <a:avLst/>
          </a:prstGeom>
          <a:noFill/>
          <a:ln w="12700">
            <a:solidFill>
              <a:srgbClr val="E1E9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654296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4788"/>
                </a:solidFill>
              </a:rPr>
              <a:t>DELETE /todos/1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2971800" y="467258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Task silme isteği gönderir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92240" y="467258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7A"/>
                </a:solidFill>
              </a:rPr>
              <a:t>Status 200 • Time &lt; 2s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77240" y="5221224"/>
            <a:ext cx="10241280" cy="0"/>
          </a:xfrm>
          <a:prstGeom prst="line">
            <a:avLst/>
          </a:prstGeom>
          <a:noFill/>
          <a:ln w="12700">
            <a:solidFill>
              <a:srgbClr val="E1E9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0120" y="5760720"/>
            <a:ext cx="9875520" cy="420624"/>
          </a:xfrm>
          <a:prstGeom prst="roundRect">
            <a:avLst>
              <a:gd name="adj" fmla="val 17391"/>
            </a:avLst>
          </a:prstGeom>
          <a:solidFill>
            <a:srgbClr val="EEF3FA"/>
          </a:solidFill>
          <a:ln w="12700">
            <a:solidFill>
              <a:srgbClr val="D1DD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5568" y="587959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73B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Expected result: Tests run: 4, Failures: 0, Errors: 0, BUILD SUCCESS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55708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73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Kod Örneği: Response Time Kontrolü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21792" y="804672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</a:rPr>
              <a:t>Performans kontrolü için response süresi 2 saniyenin altında mı diye bakıyoruz.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828800" cy="0"/>
          </a:xfrm>
          <a:prstGeom prst="line">
            <a:avLst/>
          </a:prstGeom>
          <a:noFill/>
          <a:ln w="38100">
            <a:solidFill>
              <a:srgbClr val="4A90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417320"/>
            <a:ext cx="6400800" cy="3337560"/>
          </a:xfrm>
          <a:prstGeom prst="roundRect">
            <a:avLst>
              <a:gd name="adj" fmla="val 2192"/>
            </a:avLst>
          </a:prstGeom>
          <a:solidFill>
            <a:srgbClr val="101827"/>
          </a:solidFill>
          <a:ln w="12700">
            <a:solidFill>
              <a:srgbClr val="10182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691640"/>
            <a:ext cx="5806440" cy="2606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E7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response = RestAssured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7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.given()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7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.when()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7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.get("/todos");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7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 actualTime = response.getTime();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7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Assert.assertTrue(actualTime &lt; 2000);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26680" y="1508760"/>
            <a:ext cx="33375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5E3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26680" y="1508760"/>
            <a:ext cx="73152" cy="1143000"/>
          </a:xfrm>
          <a:prstGeom prst="rect">
            <a:avLst/>
          </a:prstGeom>
          <a:solidFill>
            <a:srgbClr val="4A90E2"/>
          </a:solidFill>
          <a:ln w="12700">
            <a:solidFill>
              <a:srgbClr val="4A90E2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27848" y="167335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B68"/>
                </a:solidFill>
              </a:rPr>
              <a:t>Ne Kontrol Ediyor?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927848" y="2075688"/>
            <a:ext cx="3017520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API cevabı 2 saniyeden kısa sürede geliyor mu?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26680" y="2926080"/>
            <a:ext cx="33375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5E3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26680" y="2926080"/>
            <a:ext cx="73152" cy="1143000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27848" y="309067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B68"/>
                </a:solidFill>
              </a:rPr>
              <a:t>Neden Önemli?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927848" y="3493008"/>
            <a:ext cx="3017520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Yavaş servisler kullanıcı deneyimini ve sistem güvenilirliğini etkiler.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726680" y="4343400"/>
            <a:ext cx="33375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5E3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26680" y="4343400"/>
            <a:ext cx="73152" cy="1143000"/>
          </a:xfrm>
          <a:prstGeom prst="rect">
            <a:avLst/>
          </a:prstGeom>
          <a:solidFill>
            <a:srgbClr val="1F4788"/>
          </a:solidFill>
          <a:ln w="12700">
            <a:solidFill>
              <a:srgbClr val="1F478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27848" y="450799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B68"/>
                </a:solidFill>
              </a:rPr>
              <a:t>AI Nerede Yardımcı?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927848" y="4910328"/>
            <a:ext cx="3017520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Benzer kontroller için test kodu taslağı ve edge case önerisi üretebilir.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55708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73B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Avantajlar, Riskler ve Sonuç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21792" y="804672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</a:rPr>
              <a:t>AI destekli test mühendisliği hız kazandırır; ancak insan kontrolü şarttır.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828800" cy="0"/>
          </a:xfrm>
          <a:prstGeom prst="line">
            <a:avLst/>
          </a:prstGeom>
          <a:noFill/>
          <a:ln w="38100">
            <a:solidFill>
              <a:srgbClr val="4A90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5E3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417320"/>
            <a:ext cx="73152" cy="3566160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8191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B68"/>
                </a:solidFill>
              </a:rPr>
              <a:t>Avantajlar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86968" y="1984248"/>
            <a:ext cx="3108960" cy="2852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• Daha hızlı test case üretimi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• Daha geniş test kapsamı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• Log analizinde zaman kazanımı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• Regresyon testlerinde önceliklendirme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34840" y="141732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5E3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417320"/>
            <a:ext cx="73152" cy="3566160"/>
          </a:xfrm>
          <a:prstGeom prst="rect">
            <a:avLst/>
          </a:prstGeom>
          <a:solidFill>
            <a:srgbClr val="C45151"/>
          </a:solidFill>
          <a:ln w="12700">
            <a:solidFill>
              <a:srgbClr val="C45151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6008" y="158191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B68"/>
                </a:solidFill>
              </a:rPr>
              <a:t>Dikkat Edilecekler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36008" y="1984248"/>
            <a:ext cx="3108960" cy="2852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• AI hatalı test önerebilir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• Güvenlik ve veri gizliliği önemli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• Test oracle problemi devam eder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• İnsan onayı gerekir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83880" y="1417320"/>
            <a:ext cx="3154680" cy="356616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5E3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83880" y="1417320"/>
            <a:ext cx="73152" cy="3566160"/>
          </a:xfrm>
          <a:prstGeom prst="rect">
            <a:avLst/>
          </a:prstGeom>
          <a:solidFill>
            <a:srgbClr val="1F4788"/>
          </a:solidFill>
          <a:ln w="12700">
            <a:solidFill>
              <a:srgbClr val="1F478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85048" y="158191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B68"/>
                </a:solidFill>
              </a:rPr>
              <a:t>Sonuç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85048" y="1984248"/>
            <a:ext cx="2834640" cy="2852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AI, test mühendisinin yerini alan değil, onu güçlendiren bir yardımcıdır. ToDoApiTest projesi bu mantığın temel API test otomasyonu tarafını gösterir.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325880" y="5605272"/>
            <a:ext cx="9418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GitHub: https://github.com/mel1y/ToDoApiTest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85800" y="6217920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dirty="0">
                <a:solidFill>
                  <a:srgbClr val="7B8794"/>
                </a:solidFill>
              </a:rPr>
              <a:t>Kaynaklar: ISTQB CT-AI, IBM AI in Software Development, OpenAI Code Generation Docs, Keysight ChatGPT for Software Testing</a:t>
            </a:r>
            <a:endParaRPr lang="en-US" sz="6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55708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765</Words>
  <Application>Microsoft Office PowerPoint</Application>
  <PresentationFormat>Geniş ekran</PresentationFormat>
  <Paragraphs>120</Paragraphs>
  <Slides>7</Slides>
  <Notes>7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7</vt:i4>
      </vt:variant>
    </vt:vector>
  </HeadingPairs>
  <TitlesOfParts>
    <vt:vector size="11" baseType="lpstr">
      <vt:lpstr>Arial</vt:lpstr>
      <vt:lpstr>Calibri</vt:lpstr>
      <vt:lpstr>Courier New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ToDoApiTest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Yapay Zeka Destekli Yazılım Test Mühendisliği</dc:title>
  <dc:subject>Yapay Zeka Destekli Yazılım Test Mühendisliği</dc:subject>
  <dc:creator>Melike</dc:creator>
  <cp:lastModifiedBy>Melike Aydın</cp:lastModifiedBy>
  <cp:revision>2</cp:revision>
  <dcterms:created xsi:type="dcterms:W3CDTF">2026-06-08T19:48:51Z</dcterms:created>
  <dcterms:modified xsi:type="dcterms:W3CDTF">2026-06-08T19:55:14Z</dcterms:modified>
</cp:coreProperties>
</file>